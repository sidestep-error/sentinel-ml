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sentinel-ml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0BEC5"/>
                </a:solidFill>
              </a:rPr>
              <a:t>AI-driven hotklassificering, IOC-extraktion &amp; logganomalidetektion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Chas Academy · Nätverks-, OT- &amp; AI-säkerhet · Juni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1234440" cy="38404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scikit-learn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3840480"/>
            <a:ext cx="1234440" cy="38404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3840480"/>
            <a:ext cx="1234440" cy="38404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spaCy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3840480"/>
            <a:ext cx="1234440" cy="38404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Ollama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3840480"/>
            <a:ext cx="1234440" cy="38404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FFFFFF"/>
                </a:solidFill>
              </a:rPr>
              <a:t>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35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54F"/>
                </a:solidFill>
              </a:rPr>
              <a:t>Demo Day — 16 juni 2026 · 12 minuter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3D57"/>
                </a:solidFill>
              </a:rPr>
              <a:t>Problemet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4864" cy="6400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ClamAV fångar känd 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→ men ny/okänd malware passerar obemärkt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31720"/>
            <a:ext cx="54864" cy="6400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Inga IOCs extraheras automatiskt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→ IP, hash, domän och CVE måste sökas manuellt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54864" cy="6400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Serverloggar analyseras inte i realtid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77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→ attackmönster syns inte förrän det är för 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54864" cy="64008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Ingen kategorisering av hotrapporter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BEC5"/>
                </a:solidFill>
              </a:rPr>
              <a:t>→ säkerhetsanalytiker måste läsa varje rapport själv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D54F"/>
                </a:solidFill>
              </a:rPr>
              <a:t>sentinel-ml löser detta med tre ML-spår integrerade direkt i upload-flödet.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3D57"/>
                </a:solidFill>
              </a:rPr>
              <a:t>Arkitektur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200400" cy="1005840"/>
          </a:xfrm>
          <a:prstGeom prst="rect">
            <a:avLst/>
          </a:prstGeom>
          <a:solidFill>
            <a:srgbClr val="16213E"/>
          </a:solidFill>
          <a:ln>
            <a:solidFill>
              <a:srgbClr val="0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sentinel-upload-api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FastAPI · MongoDB · ClamAV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463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54F"/>
                </a:solidFill>
              </a:rPr>
              <a:t>HTTP  →
500 ms timeout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097280"/>
            <a:ext cx="3474720" cy="1005840"/>
          </a:xfrm>
          <a:prstGeom prst="rect">
            <a:avLst/>
          </a:prstGeom>
          <a:solidFill>
            <a:srgbClr val="0F3D57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1143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sentinel-ml (port 8080)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508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5"/>
                </a:solidFill>
              </a:rPr>
              <a:t>FastAPI · scikit-learn · spaCy · Ollama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3474720" cy="36576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POST /predict/threat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4688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Hotklassificering + IOC-extraktion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18688"/>
            <a:ext cx="3474720" cy="36576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AF50"/>
                </a:solidFill>
              </a:rPr>
              <a:t>POST /predict/log-anomaly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2186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TF-IDF + IsolationForest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68496"/>
            <a:ext cx="3474720" cy="36576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54F"/>
                </a:solidFill>
              </a:rPr>
              <a:t>POST /predict/liveflow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9684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Aggregator — allt i ett svar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18304"/>
            <a:ext cx="3474720" cy="36576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POST /predict/cve-relevance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47183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SBOM-komponentmatchning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68112"/>
            <a:ext cx="3474720" cy="36576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0BEC5"/>
                </a:solidFill>
              </a:rPr>
              <a:t>POST /predict/upload-ingest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46811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Filmetadata → riskbedömning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EC5"/>
                </a:solidFill>
              </a:rPr>
              <a:t>Kubernetes NetworkPolicy öppen · Hetzner k3s · Graceful degradation om sentinel-ml är nere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3D57"/>
                </a:solidFill>
              </a:rPr>
              <a:t>ML-resultat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AF50"/>
                </a:solidFill>
              </a:rPr>
              <a:t>Alt 6 — Threat classifier (TF-IDF + Logistic Regression · 1 582 CTI-dokument)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54F"/>
                </a:solidFill>
              </a:rPr>
              <a:t>Klass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1508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54F"/>
                </a:solidFill>
              </a:rPr>
              <a:t>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508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54F"/>
                </a:solidFill>
              </a:rPr>
              <a:t>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508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54F"/>
                </a:solidFill>
              </a:rPr>
              <a:t>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5087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54F"/>
                </a:solidFill>
              </a:rPr>
              <a:t>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01952"/>
            <a:ext cx="182880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ransomware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901952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01952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901952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901952"/>
            <a:ext cx="91440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182880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phishing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240280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40280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240280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40280"/>
            <a:ext cx="91440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78608"/>
            <a:ext cx="182880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malware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578608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578608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78608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578608"/>
            <a:ext cx="91440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16936"/>
            <a:ext cx="182880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intrusion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2916936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2916936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0.85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2916936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916936"/>
            <a:ext cx="91440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55264"/>
            <a:ext cx="182880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ddos 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3255264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3255264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0.43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3255264"/>
            <a:ext cx="118872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9800"/>
                </a:solidFill>
              </a:rPr>
              <a:t>0.60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255264"/>
            <a:ext cx="914400" cy="320040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593592"/>
            <a:ext cx="182880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</a:rPr>
              <a:t>MACRO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3593592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</a:rPr>
              <a:t>0.955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3593592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</a:rPr>
              <a:t>0.841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593592"/>
            <a:ext cx="118872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</a:rPr>
              <a:t>0.875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593592"/>
            <a:ext cx="914400" cy="3200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54F"/>
                </a:solidFill>
              </a:rPr>
              <a:t>317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57"/>
                </a:solidFill>
              </a:rPr>
              <a:t>Alt 4 — Log anomaly (TF-IDF + IsolationForest)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34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F1: 0.370  ·  syntetisk loggdata  ·  2 metoder jämförda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D57"/>
                </a:solidFill>
              </a:rPr>
              <a:t>Alt 3 — Malware metadata (Random Forest)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4434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EC5"/>
                </a:solidFill>
              </a:rPr>
              <a:t>F1: 0.422  ·  4× bättre än slumpen  ·  metadata-begränsning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9800"/>
                </a:solidFill>
              </a:rPr>
              <a:t>DDoS: 36 träningsexempel av 1 582 — datavolymproblem, inte modellproblem.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532120"/>
            <a:ext cx="8229600" cy="36576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623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54F"/>
                </a:solidFill>
              </a:rPr>
              <a:t>Precision: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08760" y="5623560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Av flaggade hot — hur många var verkliga? (undviker falsklarm)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0702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54F"/>
                </a:solidFill>
              </a:rPr>
              <a:t>Recall: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5907024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Av alla verkliga hot — hur många hittades? (undviker att missa hot)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9048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54F"/>
                </a:solidFill>
              </a:rPr>
              <a:t>F1: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08760" y="6190488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Harmoniskt medel av Precision och Recall — balanserat nyckeltal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7395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54F"/>
                </a:solidFill>
              </a:rPr>
              <a:t>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6473952"/>
            <a:ext cx="7223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5"/>
                </a:solidFill>
              </a:rPr>
              <a:t>Antal testexempel för klassen (20 % holdout-split)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5350"/>
                </a:solidFill>
              </a:rPr>
              <a:t>Adversarial-analys — vi attackerade vår egen modell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5350"/>
                </a:solidFill>
              </a:rPr>
              <a:t>🔴 Data Poisoning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Spår A — Threat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Felmärkte 5–20 % av träningsdatat (label-flipping).
ΔF1 vid 20 %: −0.156  (0.963 → 0.807)
Gradvis degradering — syns inte utan löpande monitorering.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80360"/>
            <a:ext cx="841248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800"/>
                </a:solidFill>
              </a:rPr>
              <a:t>🟡 Evasion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971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Upload-classifier — Random 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Uniform brusinjicering ε ∈ {0.01–0.2} på feature-vektorn.
Flip-rate: 0.0 % — RF är robust mot slumpmässigt brus.
Slutsats: riktad ART-attack (HopSkipJump) krävs.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63440"/>
            <a:ext cx="8412480" cy="1645920"/>
          </a:xfrm>
          <a:prstGeom prst="rect">
            <a:avLst/>
          </a:prstGeom>
          <a:solidFill>
            <a:srgbClr val="16213E"/>
          </a:solidFill>
          <a:ln>
            <a:solidFill>
              <a:srgbClr val="0F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3D57"/>
                </a:solidFill>
              </a:rPr>
              <a:t>🔵 Mimicry (Best Heist)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47548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EC5"/>
                </a:solidFill>
              </a:rPr>
              <a:t>Log-anomali — TF-IDF + IsolationForest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663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77 % av attackloggar undkommer redan utan modifiering.
Reverse shell och path traversal är osynliga för modellen.
'En angripare väljer rätt attacktyp — inget mimicry behövs.'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3D57"/>
                </a:solidFill>
              </a:rPr>
              <a:t>Begränsningar &amp; nästa steg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</a:rPr>
              <a:t>Upload-klassificerare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⚠  Tränad på syntetisk data. Förklädda filer (exe→pdf) passerar.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→  Nästa steg: Shannon-entropiberäkning + magic byte-detektering på filinnehållet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</a:rPr>
              <a:t>Log-anomali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⚠  Missar attacktyper den aldrig sett (reverse shell, path traversal).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→  Nästa steg: Riktig Wazuh-data + regelbaserat komplement för känd attacksyntax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9800"/>
                </a:solidFill>
              </a:rPr>
              <a:t>LLM-integration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⚠  Ollama-latency 5–30 s — oacceptabelt för synkrona endpoints.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CAF50"/>
                </a:solidFill>
              </a:rPr>
              <a:t>→  Nästa steg: Asynkron köhantering (BackgroundTasks) + caching av frekventa promptsvar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54F"/>
                </a:solidFill>
              </a:rPr>
              <a:t>Defense in depth: ClamAV + ML är starkare tillsammans än var för sig.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3D57"/>
                </a:solidFill>
              </a:rPr>
              <a:t>Slutsats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5331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3 tränade ML-modeller  ·  F1 0.875 på riktig CTI-data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3055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6 FastAPI-endpoints  ·  körs på Hetzner k3s i produktion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3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07791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104 automatiserade tester  ·  inkl. 8 outcome-tester för modellregression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7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85031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Adversarial-analys: poisoning, evasion och mimicry-attack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891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62272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Defense in depth: ClamAV + ML-klassificering + loggövervakning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FFD54F"/>
                </a:solidFill>
              </a:rPr>
              <a:t>"Vi vet exakt var modellerna är svaga och varför.
Det är mer värt i ett säkerhetssystem än ett F1 på 0.99 ni inte kan förklara."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